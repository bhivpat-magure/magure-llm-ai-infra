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Magure Pitch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AI-Driven Investment Intelligence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VCs struggle to analyze 1000s of pitch decks manually. Magure automates insights extraction and ranking.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Magure uses LLMs and RAG to extract insights, rank decks, and auto-generate due diligence notes.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